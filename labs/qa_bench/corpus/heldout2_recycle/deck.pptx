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투명 페트병, 따로 모으면 자원이 됩니다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40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222"/>
                </a:solidFill>
              </a:rPr>
              <a:t>공동주택 투명 페트병 분리배출 시범사업 결과와 확대 제안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93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222"/>
                </a:solidFill>
              </a:rPr>
              <a:t>2027년 주민참여예산 제안 | 새솔동 주민자치회 환경분과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92000" y="6358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8"/>
                </a:solidFill>
              </a:rPr>
              <a:t>· 1 ·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왜 투명 페트병인가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400000"/>
            <a:ext cx="1099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222"/>
                </a:solidFill>
              </a:rPr>
              <a:t>투명 페트병만 따로 모으면 옷감이나 새 병의 원료로 다시 쓸 수 있습니다.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228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222"/>
                </a:solidFill>
              </a:rPr>
              <a:t>다른 플라스틱과 섞여 버려지면 대부분 태우거나 묻습니다.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281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222"/>
                </a:solidFill>
              </a:rPr>
              <a:t>우리 구 공동주택의 투명 페트병 별도 배출률은 23%에 그칩니다.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92000" y="6358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8"/>
                </a:solidFill>
              </a:rPr>
              <a:t>· 2 ·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시범사업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40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기간: 2026년 4월~7월 (16주)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93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대상: 새솔동 아파트 6개 단지 · 3,840세대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246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전용 수거함 48개 설치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299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라벨 떼는 법 안내문 배포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92000" y="6358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8"/>
                </a:solidFill>
              </a:rPr>
              <a:t>· 3 ·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판매 수익 계산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400000"/>
            <a:ext cx="183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22222"/>
                </a:solidFill>
              </a:rPr>
              <a:t>월 판매 수익 =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32000" y="1400000"/>
            <a:ext cx="183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222222"/>
                </a:solidFill>
              </a:rPr>
              <a:t>수거량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64000" y="1400000"/>
            <a:ext cx="183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222222"/>
                </a:solidFill>
              </a:rPr>
              <a:t>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0" y="1400000"/>
            <a:ext cx="183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222222"/>
                </a:solidFill>
              </a:rPr>
              <a:t>kg당 단가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8000" y="1400000"/>
            <a:ext cx="183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222222"/>
                </a:solidFill>
              </a:rPr>
              <a:t>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60000" y="1400000"/>
            <a:ext cx="183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222222"/>
                </a:solidFill>
              </a:rPr>
              <a:t>운반비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0000" y="210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3,600kg × 250원 − 30만 원 = 60만 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92000" y="6358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8"/>
                </a:solidFill>
              </a:rPr>
              <a:t>· 4 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시범 결과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0000" y="1400000"/>
          <a:ext cx="10992000" cy="1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4000"/>
                <a:gridCol w="3664000"/>
                <a:gridCol w="3664000"/>
              </a:tblGrid>
              <a:tr h="380000">
                <a:tc>
                  <a:txBody>
                    <a:bodyPr/>
                    <a:lstStyle/>
                    <a:p>
                      <a:r>
                        <a:rPr sz="1400"/>
                        <a:t>지표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시범 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시범 후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400"/>
                        <a:t>별도 배출률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60%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400"/>
                        <a:t>이물질 섞임 비율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34%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9%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400"/>
                        <a:t>월 수거량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1,100kg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3,600kg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00000" y="307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별도 배출률이 시범 전의 2.6배가 됐습니다.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92000" y="6358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8"/>
                </a:solidFill>
              </a:rPr>
              <a:t>· 5 ·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현장 안내가 만든 차이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400000"/>
            <a:ext cx="1099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222"/>
                </a:solidFill>
              </a:rPr>
              <a:t>경비원이 수거함 앞에서 안내한 단지는 안내하지 않은 단지보다 별도 배출률이 18%p 높았습니다.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0000" y="2280000"/>
          <a:ext cx="10992000" cy="11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4000"/>
                <a:gridCol w="3664000"/>
                <a:gridCol w="3664000"/>
              </a:tblGrid>
              <a:tr h="380000">
                <a:tc>
                  <a:txBody>
                    <a:bodyPr/>
                    <a:lstStyle/>
                    <a:p>
                      <a:r>
                        <a:rPr sz="1400"/>
                        <a:t>단지 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단지 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별도 배출률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400"/>
                        <a:t>현장 안내 있음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3곳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69%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400"/>
                        <a:t>현장 안내 없음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3곳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51%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392000" y="6358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8"/>
                </a:solidFill>
              </a:rPr>
              <a:t>· 6 ·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주민 반응과 달라진 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40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222"/>
                </a:solidFill>
              </a:rPr>
              <a:t>설문 응답 1,020세대 중 74%가 '계속 참여하겠다'고 답했습니다.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93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222"/>
                </a:solidFill>
              </a:rPr>
              <a:t>가장 번거로운 점은 라벨 떼기였습니다 (응답의 46%).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246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222"/>
                </a:solidFill>
              </a:rPr>
              <a:t>수거함 주변 무단 투기 신고는 월 26건에서 11건으로 줄었습니다.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92000" y="6358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8"/>
                </a:solidFill>
              </a:rPr>
              <a:t>· 7 ·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확대 제안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40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2027년 새솔동·한결동 24개 단지로 확대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930000"/>
            <a:ext cx="1099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222"/>
                </a:solidFill>
              </a:rPr>
              <a:t>필요 예산 연 1,650만 원 (수거함 190개 · 현장 안내 수당 · 안내문)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281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판매 수익은 각 단지 관리비로 돌려드립니다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334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감사합니다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92000" y="6358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8"/>
                </a:solidFill>
              </a:rPr>
              <a:t>· 8 ·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