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기숙사 세탁실, 기다림을 줄일 수 있을까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40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예약제로 바꾸면 대기가 줄어듭니다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93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생활관 자치회 개선 제안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지금의 세탁실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40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세탁기 12대를 학생 480명이 함께 씁니다.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93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저녁 9시~11시에 이용의 절반이 몰립니다.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대기 시간 계산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400000"/>
            <a:ext cx="3664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22222"/>
                </a:solidFill>
              </a:rPr>
              <a:t>평균 대기 시간 =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64000" y="1400000"/>
            <a:ext cx="3664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222222"/>
                </a:solidFill>
              </a:rPr>
              <a:t>대기 인원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8000" y="1400000"/>
            <a:ext cx="3664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222222"/>
                </a:solidFill>
              </a:rPr>
              <a:t>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210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한 번 세탁 시간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000" y="263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0000" y="316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세탁기 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0000" y="369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몇 명이 줄을 서는가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0000" y="422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한 번 돌리는 데 얼마나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000" y="475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기계가 몇 대인가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예약제 시범 운영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0000" y="1400000"/>
          <a:ext cx="10992000" cy="11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4000"/>
                <a:gridCol w="3664000"/>
                <a:gridCol w="3664000"/>
              </a:tblGrid>
              <a:tr h="380000">
                <a:tc>
                  <a:txBody>
                    <a:bodyPr/>
                    <a:lstStyle/>
                    <a:p>
                      <a:r>
                        <a:rPr sz="1400"/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평균 대기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헛걸음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400"/>
                        <a:t>시범 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34분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주 5회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400"/>
                        <a:t>시범 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9분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주 1회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0000" y="269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4주 동안 2개 층에서 시험했습니다.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알림 기능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40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세탁이 끝나면 앱 알림을 보냅니다.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93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</a:rPr>
              <a:t>알림을 켠 학생은 끝난 세탁물을 평균 6분 안에 꺼냈습니다.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246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알림을 끈 학생은 평균 21분 걸렸습니다.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비용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40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예약 시스템 운영 비용은 연 180만 원입니다.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93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</a:rPr>
              <a:t>세탁기 1대를 더 들이는 비용(연 250만 원)보다 적습니다.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한계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40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시범 운영은 2개 층에서만 했습니다.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93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시험 기간에는 이용 패턴이 달라질 수 있습니다.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400000"/>
            <a:ext cx="1099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</a:rPr>
              <a:t>예약제와 알림을 함께 쓰면 세탁기를 늘리지 않고도 대기를 줄일 수 있습니다.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228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