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01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한끼곳간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13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동네 반찬 정기구독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구독자 수보다 중요한 월 반복 매출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시드 라운드 투자 제안 | 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02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왜 지금 반찬 구독인가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1인 가구 증가가 반찬 구독 수요를 늘립니다.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퇴근 후 요리할 시간이 없는 직장인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장을 봐도 재료가 남는 1인 가구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03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우리가 보는 숫자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월 반복 매출 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구독자 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4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객단가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8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유지율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몇 명이 구독하는가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26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한 번에 얼마를 내는가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31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다음 달에도 남는가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04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수익성을 가로막는 세 가지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356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① 높은 배송비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4000" y="1400000"/>
            <a:ext cx="356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② 반찬 폐기 손실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8000" y="1400000"/>
            <a:ext cx="356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③ 첫 달 이탈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95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세 문제가 모두 공헌이익을 깎습니다.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05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해결책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권역 묶음 배송 — 같은 아파트 단지 주문을 한 번에 배송해 배송비를 낮춥니다.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28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수요 예측 주문 마감 — 전날 18시에 주문을 마감해 폐기 손실을 줄입니다.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31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주문 마감 후 남는 반찬은 반드시 0개가 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06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파일럿 결과 (성수동 3개 단지, 12주)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도입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도입 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건당 배송비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3,200원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1,900원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폐기율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269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묶음 배송 도입 후 건당 배송비가 3,200원에서 1,900원으로 41% 줄었습니다.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07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고객 반응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대부분의 고객은 첫 달 안에 구독을 유지할지 결정하는 경향이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재구독 고객의 평균 객단가 32,000원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08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투자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5억 원 · 18개월 런웨이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권역 3곳 → 12곳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