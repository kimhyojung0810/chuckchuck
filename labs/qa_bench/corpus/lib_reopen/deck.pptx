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다시 찾고 싶은 도서관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구립 해오름도서관 이용 활성화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대출 권수보다 더 중요한 것은 독서 경험입니다.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- 1 -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줄어드는 발길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연간 방문자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1인당 대출 권수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84,200명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3.1권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79,500명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2.6권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71,800명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2.2권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3년 사이 연간 방문자가 15% 줄었습니다.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발길이 끊겼나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스마트폰 사용 시간이 늘면서 청소년의 도서관 방문이 줄었습니다.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“도서관에 마지막으로 간 때는?”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① 이번 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4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② 올해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246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③ 기억 안 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독서 경험을 이루는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독서 경험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0285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대출 권수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0570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0855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머문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1140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1425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공간 만족도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1710" y="1400000"/>
            <a:ext cx="157028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얼마나 빌렸는가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얼마나 머물렀는가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다시 오고 싶은가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이용을 가로막는 세 가지 장벽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짧은 운영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부족한 열람 좌석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낡은 온라인 예약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야간 연장 개방 — 평일 22시까지 열어 짧은 운영 시간 문제를 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자유열람실 확충 — 예약 없이 앉는 열람 좌석을 40석 늘립니다.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연장 개방을 하면 퇴근 후 이용자는 반드시 늘어납니다.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시범 운영 결과 (2025년 9~10월, 8주)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평일 19시 이후 방문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월 1,150명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월 2,040명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열람실 평균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야간 연장 개방 후 19시 이후 방문이 77% 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이용자 목소리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조용한 공간을 찾는 이용자는 스터디룸보다 개인 열람석을 선호하는 편입니다.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“밤에 열어서 퇴근길에 들를 수 있어요” — 직장인 이용자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기대 효과와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연간 방문자 8만 명 회복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야간 인력 2명 · 연 6,800만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- 9 -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