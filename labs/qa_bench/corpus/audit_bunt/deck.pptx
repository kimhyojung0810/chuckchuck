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번트, 정말 점수를 만들까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아웃 하나를 내주고 주자를 보내는 작전의 손익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사회인 야구 리그 데이터 분석 · 2026 시즌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분석한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리그 12개 팀 · 180경기 · 타석 7,900개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기록원이 입력한 경기 기록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상황별 득점 기대값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40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6000"/>
                <a:gridCol w="5496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상황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득점 기대값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무사 1루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0.86점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1사 2루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0.71점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0000" y="269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번트에 성공해도 득점 기대값이 0.15점 줄었습니다.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번트의 손익 계산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2748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번트 손익 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48000" y="1400000"/>
            <a:ext cx="2748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성공 후 기대값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1400000"/>
            <a:ext cx="2748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44000" y="1400000"/>
            <a:ext cx="2748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시도 전 기대값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21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0.71 − 0.86 = −0.15점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번트 성공률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우리 리그 번트 성공률은 62%입니다.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프로 리그(81%)보다 19%p 낮습니다.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강공과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무사 1루에서 강공은 번트보다 그 이닝 득점 확률이 1.3배 높았습니다.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0000" y="193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6000"/>
                <a:gridCol w="5496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이닝 득점 확률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번트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34%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강공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예외: 번트가 이득인 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9회 동점에서 1점만 필요할 때는 번트가 득점 확률을 높입니다.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타율 2할 미만 타자라면 번트가 낫습니다.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평소에는 강공, 1점이 급할 때만 번트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