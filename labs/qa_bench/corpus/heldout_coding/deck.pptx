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방과후 코딩 교실, 왜 학기 말이면 자리가 빌까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짝 코딩을 한 주에는 빈자리가 줄었습니다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정보 탐구 발표 | 1학년 5반 코딩 모둠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조사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우리 학교 방과후 코딩 교실 등록 학생은 48명입니다.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3월 첫 주 출석률은 92%였지만 7월 마지막 주에는 58%로 떨어졌습니다.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81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7월에는 출석률 60% 미만인 주가 4주 연속 이어졌습니다.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조사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출석부 16주치 (3월~7월)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수업 뒤 설문 4회 · 응답 41명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담당 선생님 인터뷰 1회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출석률은 이렇게 셌습니다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219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주간 출석률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8400" y="1400000"/>
            <a:ext cx="219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출석 학생 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6800" y="1400000"/>
            <a:ext cx="219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5200" y="1400000"/>
            <a:ext cx="219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등록 학생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3600" y="1400000"/>
            <a:ext cx="219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지각 10분 이내는 출석으로 셌습니다.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반별 출석률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3월 첫 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7월 마지막 주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블록 코딩 반 (24명)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71%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파이썬 반 (24명)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2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파이썬 반은 블록 코딩 반보다 7월 출석률이 25%p 낮았습니다.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짝 코딩과 혼자 코딩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혼자 코딩한 주에 비해 짝 코딩을 한 주가 다음 주 출석률이 11%p 높았습니다.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228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수업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주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다음 주 평균 출석률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혼자 코딩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64%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짝 코딩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빠진 이유 (설문, 복수 응답)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빠진 적이 있다고 답한 29명에게 이유를 물었습니다.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1930000"/>
          <a:ext cx="10992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000"/>
                <a:gridCol w="5496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응답 수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과제가 어려워서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17명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학원 시간과 겹쳐서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12명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집이 멀어서 (2km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파이썬 반부터 격주로 짝 코딩을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두 번 연속 빠진 학생에게는 담당 선생님이 먼저 연락합니다.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