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외래 진료, 기다림은 어디서 생길까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의사를 만나는 시간보다 기다리는 시간이 훨씬 깁니다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보건행정학과 2학년 4조 | 지역 종합병원 외래 현장 조사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왜 대기 시간인가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외래 환자 한 명이 병원에 머무는 시간은 평균 94분입니다.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그중 의사를 만나는 진료 시간은 7분뿐입니다.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4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환자 5명 중 3명이 가장 큰 불만으로 '긴 대기'를 꼽았습니다.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조사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정형외과·내과·안과 외래 3곳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평일 10일 · 오전 9시~오후 5시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4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환자 412명의 접수·진료·수납 시각을 직접 기록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99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응급 환자와 당일 입원 환자는 분석에서 제외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병원에서 보내는 시간 쪼개 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374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총 소요 시간 =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4000" y="1400000"/>
            <a:ext cx="1374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접수 대기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48000" y="1400000"/>
            <a:ext cx="1374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2000" y="1400000"/>
            <a:ext cx="1374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진료 대기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1400000"/>
            <a:ext cx="1374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70000" y="1400000"/>
            <a:ext cx="1374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진료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4000" y="1400000"/>
            <a:ext cx="1374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18000" y="1400000"/>
            <a:ext cx="1374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수납 대기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1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11분 + 58분 + 7분 + 18분 = 94분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000" y="26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가장 긴 구간은 진료 대기입니다.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예약 환자와 당일 접수 환자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0000" y="1400000"/>
          <a:ext cx="10992000" cy="1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4000"/>
                <a:gridCol w="3664000"/>
                <a:gridCol w="3664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환자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평균 진료 대기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예약 환자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268명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41분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당일 접수 환자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144명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90분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0000" y="269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당일 접수 환자의 진료 대기는 예약 환자의 2배가 넘었습니다.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시간대별 진료 대기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0000" y="1400000"/>
          <a:ext cx="10992000" cy="1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6000"/>
                <a:gridCol w="5496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시간대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평균 진료 대기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오전 9~11시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72분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오전 11시~오후 1시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51분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오후 2~5시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38분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0000" y="307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오후 2~5시 대기는 오전 9~11시에 비해 절반 수준이었습니다.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시범 개선: 모바일 수납 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진료실 앞에서 모바일 수납 방법을 2주 동안 안내했습니다.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0000" y="1930000"/>
          <a:ext cx="10992000" cy="1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4000"/>
                <a:gridCol w="3664000"/>
                <a:gridCol w="3664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시범 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시범 후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평균 수납 대기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18분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6분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모바일 수납 이용률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0000" y="322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수납 대기가 3분의 1로 줄었습니다.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당일 접수 환자에게 예상 대기 시간 문자 알림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오전 예약 비중을 줄이고 오후 예약 늘리기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4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안내 인력 2명 · 연 5,400만 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99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감사합니다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