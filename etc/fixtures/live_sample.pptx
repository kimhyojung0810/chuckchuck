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관성센서 기반 행동인식 연구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척척발표 실연결 검증용 자료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 배경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웨어러블 기기의 관성센서(IMU)는 카메라 없이도 사용자 행동을 관측한다.</a:t>
            </a:r>
          </a:p>
          <a:p>
            <a:pPr>
              <a:defRPr sz="1800"/>
            </a:pPr>
            <a:r>
              <a:t>그러나 IMU 신호는 사람이 읽기 어렵고 라벨을 붙이는 비용이 크다.</a:t>
            </a:r>
          </a:p>
          <a:p>
            <a:pPr>
              <a:defRPr sz="1800"/>
            </a:pPr>
            <a:r>
              <a:t>실험 ID: ZEPHYRLOCK-7742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제안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영상과 관성센서 신호를 같은 표현 공간으로 사영한다.</a:t>
            </a:r>
          </a:p>
          <a:p>
            <a:pPr>
              <a:defRPr sz="1800"/>
            </a:pPr>
            <a:r>
              <a:t>대조학습으로 두 모달리티의 짝을 맞추어 라벨 없이 학습한다.</a:t>
            </a:r>
          </a:p>
          <a:p>
            <a:pPr>
              <a:defRPr sz="1800"/>
            </a:pPr>
            <a:r>
              <a:t>학습된 표현을 행동 분류와 검색에 그대로 재사용한다.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