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01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교실 공기, 쉬는 시간 환기로 충분할까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창문을 여는 횟수보다 중요한 것은 여는 시간입니다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과학 탐구 발표 | 2학년 3반 공기 모둠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02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왜 교실 공기인가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수업이 40분 넘게 이어지면 교실 이산화탄소 농도가 1,000ppm을 넘습니다.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28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1,000ppm 이상에서는 졸음과 두통을 호소하는 학생이 늘어납니다.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03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측정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이산화탄소 측정기 2대 (교실 앞·뒤)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3주 동안 수업일 15일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5분 간격으로 기록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04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환기량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시간당 환기량 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창문 개방 면적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4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바람 속도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8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개방 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얼마나 넓게 여는가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6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바람이 얼마나 드는가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31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얼마나 오래 여는가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05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측정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평균 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1,000ppm 초과 시간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쉬는 시간만 환기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1,450ppm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32분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수업 중 5분 추가 환기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870ppm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수업 중 5분을 더 열자 평균 농도가 40% 낮아졌습니다.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06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맞통풍과 한쪽 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앞문과 뒤 창문을 함께 여는 맞통풍은 한쪽 창문만 열 때보다 농도가 2배 빨리 떨어졌습니다.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0000" y="228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1,000ppm 아래까지 걸린 시간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한쪽 창문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맞통풍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07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측정한 교실이 1곳뿐입니다.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겨울에는 5분 환기로 실내 온도가 평균 3도 내려갔습니다.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학생 수가 날마다 달랐습니다 (26~29명).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08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쉬는 시간 환기에 수업 중 5분 맞통풍을 더하면 교실 공기를 기준 아래로 지킬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28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