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01 /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밥 먹고 졸린 이유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탄수화물 양보다 중요한 혈당 부하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19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“점심 먹고 가장 졸린 시간은?”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2460000"/>
            <a:ext cx="3564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22222"/>
                </a:solidFill>
              </a:rPr>
              <a:t>1시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64000" y="2460000"/>
            <a:ext cx="3564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22222"/>
                </a:solidFill>
              </a:rPr>
              <a:t>2시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8000" y="2460000"/>
            <a:ext cx="3564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22222"/>
                </a:solidFill>
              </a:rPr>
              <a:t>3시 이후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02 /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혈당 스파이크란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식후 혈당이 짧은 시간에 급하게 올랐다가 떨어지는 현상입니다.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03 /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혈당 부하 계산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400000"/>
            <a:ext cx="21984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22222"/>
                </a:solidFill>
              </a:rPr>
              <a:t>혈당 부하 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98400" y="1400000"/>
            <a:ext cx="21984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혈당 지수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96800" y="1400000"/>
            <a:ext cx="21984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95200" y="1400000"/>
            <a:ext cx="21984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탄수화물 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93600" y="1400000"/>
            <a:ext cx="21984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÷ 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000" y="21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얼마나 빨리 오르는 음식인가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0000" y="26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얼마나 먹었는가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04 /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스파이크가 만드는 세 가지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식후 졸림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19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잦은 허기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246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야간 폭식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05 /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식사 순서 바꾸기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400000"/>
            <a:ext cx="1099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채소 → 단백질 → 탄수화물 순서로 먹으면 식후 졸림을 줄일 수 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228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식이섬유를 먼저 먹으면 포만감이 오래가서 잦은 허기를 막습니다.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281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식사 순서만 바꾸면 혈당 스파이크는 완전히 막을 수 있습니다.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06 /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연구로 본 효과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400000"/>
            <a:ext cx="1099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채소를 먼저 먹은 그룹은 식후 혈당 최고치가 평균 29% 낮았습니다 (Shukla 외, 2015).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0000" y="2280000"/>
          <a:ext cx="10992000" cy="11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4000"/>
                <a:gridCol w="3664000"/>
                <a:gridCol w="3664000"/>
              </a:tblGrid>
              <a:tr h="380000">
                <a:tc>
                  <a:txBody>
                    <a:bodyPr/>
                    <a:lstStyle/>
                    <a:p>
                      <a:r>
                        <a:rPr sz="1400"/>
                        <a:t>순서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30분 혈당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60분 혈당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탄수화물 먼저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180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채소 먼저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128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07 /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생활 속 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야식이 다음 날 아침 공복 혈당을 높입니다.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19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개인에 따라 반응이 다를 수 있으니 무리하지 마세요.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08 /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무엇을 먹느냐만큼 어떤 순서로 먹느냐도 중요합니다.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19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