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신입 회원, 석 달을 넘기게 하려면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2026 상반기 정기총회 운영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한빛 배드민턴 클럽 총무팀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신입 회원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올해 상반기 신입 회원 40명이 가입했습니다.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이 중 28명(70%)이 3개월 안에 그만뒀습니다.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3개월 이탈률은 작년 55%에서 올해 70%로 높아졌습니다.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· 2 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그만둔 회원에게 물었습니다 (응답 21명)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000"/>
                <a:gridCol w="5496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응답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게임에 끼기 어려웠다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11명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기다리는 시간이 길었다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7명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회비가 부담됐다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307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회비를 이유로 든 회원은 응답자의 15% 미만이었습니다.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· 3 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모임별 코트 대기 시간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모임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코트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평균 대기 시간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평일 저녁 (화·목)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31분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토요일 오전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269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평일 저녁 모임은 토요일 오전 모임보다 대기 시간이 2배 넘게 길었습니다.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· 4 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멘토 짝 시범 (3월~)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3월부터 신입 10명에게 기존 회원 멘토를 한 명씩 붙였습니다.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0000" y="193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인원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3개월 뒤 남은 회원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멘토 있음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6명 (60%)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멘토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6명 (20%)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322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멘토가 없는 신입에 비해 멘토가 있는 신입의 3개월 잔류율이 3배 높았습니다.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· 5 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회비는 이렇게 나옵니다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1인 월 회비 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2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체육관 대관료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4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활동 회원 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8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셔틀콕값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21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180만 원 ÷ 60명 + 1만 원 = 4만 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· 6 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하반기 운영안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토요일 9~10시 신입 전용 코트 1면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대기 명단 앱으로 게임 순서 공개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신입 첫 달 회비 2만 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· 7 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신입이 첫 게임에 빨리 들어가야 남습니다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· 8 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