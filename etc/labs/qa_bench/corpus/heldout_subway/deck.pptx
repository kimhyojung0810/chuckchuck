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겨울 지하철, 왜 '덥다'는 민원이 더 많을까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객실 온도를 혼잡도에 맞추는 약난방칸 확대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시민 정책 제안 공모 | 도시철도 3호선 이용자 모임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02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시범 운행 전 겨울의 냉난방 민원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시범 운행 전 겨울(12~2월) 3호선 냉난방 민원은 모두 5,460건이었습니다.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228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건수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덥다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3,900건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춥다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1,560건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0000" y="35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'덥다' 민원이 '춥다' 민원보다 2.5배 많았습니다.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03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언제 더운가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시간대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평균 혼잡도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객실 평균 온도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출근 7~9시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24.6℃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낮 11~15시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21.4℃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낮 시간대에 비해 출근 시간대 객실 온도가 3.2℃ 높았습니다.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22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'덥다' 민원의 71%가 혼잡도 150%를 넘는 시간에 들어왔습니다.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04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설정 온도는 이렇게 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객실 설정 온도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8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기준 온도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4000" y="1400000"/>
            <a:ext cx="2748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혼잡 보정값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기준 온도: 겨울 20℃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혼잡도 150% 이상일 때 보정값 2℃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05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약난방칸 시범 운행 (지난겨울 12~2월)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열차마다 양 끝 두 칸의 난방 온도를 2℃ 낮게 맞췄습니다.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'덥다' 민원은 한 달 평균 1,300건에서 780건으로 40% 줄었습니다.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81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'춥다' 민원은 한 달 평균 520건에서 560건으로 조금 늘었습니다.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06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약난방칸 이용자 설문 (612명)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응답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비율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더 쾌적하다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64%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차이를 못 느꼈다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더 춥다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30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이용자 10명 중 6명 이상이 더 쾌적하다고 답했습니다.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6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'더 춥다'는 응답은 10% 미만이었습니다.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07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비용과 전력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시범 칸의 난방 전력 사용량은 일반 칸보다 12% 적었습니다.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추가 비용은 안내 스티커와 앱 알림 개발비 1,800만 원입니다.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08 |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모든 열차에 약난방칸 2칸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역 안내 화면과 앱에 약난방칸 위치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