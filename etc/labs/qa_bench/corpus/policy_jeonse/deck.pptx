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대학가 전세사기, 사후 구제에서 사전 예방으로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처벌 강화보다 중요한 예방 체계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9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2026 청년정책 제안 공모전 · 도시행정학과 3팀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피해는 왜 대학가에 몰리나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신축 빌라 시세 정보가 부족해서 깡통전세가 늘어납니다.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9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첫 자취를 시작하는 학생은 등기부등본을 읽어 본 적이 없습니다.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예방 체계의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83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22222"/>
                </a:solidFill>
              </a:rPr>
              <a:t>예방 체계 =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32000" y="1400000"/>
            <a:ext cx="183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정보 공개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64000" y="1400000"/>
            <a:ext cx="183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0" y="1400000"/>
            <a:ext cx="183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보증 가입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8000" y="1400000"/>
            <a:ext cx="183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60000" y="1400000"/>
            <a:ext cx="183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처벌 강화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0000" y="21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계약 전에 알고, 계약할 때 지키고, 어기면 책임지게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해결해야 할 세 가지 문제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0000" y="1400000"/>
          <a:ext cx="10992000" cy="1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96000"/>
                <a:gridCol w="5496000"/>
              </a:tblGrid>
              <a:tr h="380000">
                <a:tc>
                  <a:txBody>
                    <a:bodyPr/>
                    <a:lstStyle/>
                    <a:p>
                      <a:r>
                        <a:rPr sz="1400"/>
                        <a:t>문제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현황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정보 비대칭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시세·선순위 채권을 계약 전에 알기 어렵다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보증 가입 장벽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보증료 부담으로 가입을 미룬다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피해 회복 지연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보증금 반환까지 평균 1년 이상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정책 제안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099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대학가 전세 시세 지도 — 학교 반경 2km 안 빌라의 실거래가와 선순위 채권을 한 화면에 공개합니다.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228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정보 비대칭을 해소합니다.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정책 제안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099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청년 보증료 전액 지원 — 만 29세 이하 첫 전세 계약의 보증료를 지자체가 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228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보증 가입 장벽을 없앱니다.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기대 효과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이 제도가 도입되면 대학가 전세사기는 완전히 사라집니다.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9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피해 규모는 지역마다 다를 수 있어 시범 지역부터 시작합니다.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재원과 일정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0000" y="1400000"/>
          <a:ext cx="10992000" cy="11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96000"/>
                <a:gridCol w="5496000"/>
              </a:tblGrid>
              <a:tr h="380000">
                <a:tc>
                  <a:txBody>
                    <a:bodyPr/>
                    <a:lstStyle/>
                    <a:p>
                      <a:r>
                        <a:rPr sz="1400"/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연간 예산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시세 지도 구축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4억 원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보증료 지원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21억 원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0000" y="269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2027년 상반기 시범 운영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