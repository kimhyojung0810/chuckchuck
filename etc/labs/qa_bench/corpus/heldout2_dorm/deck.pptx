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불 끄고 플러그 뽑기, 한 학기 해 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한빛관 기숙사 전기 절약 캠페인 결과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생활관 자치회 환경부 · 2026학년도 1학기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왜 시작했나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지난해 한빛관 전기요금은 6,100만 원이었습니다.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3년 전보다 22% 올랐습니다.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관생 480명 기준, 1인당 연 12만 7천 원꼴입니다.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캠페인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① 외출할 때 멀티탭 스위치 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② 에어컨 설정 온도 26도 지키기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③ 층별 절약 순위 매주 공개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9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기간: 3월 9일~6월 26일 (16주)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층별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층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1인당 사용량 변화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캠페인 참여 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6개 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−14%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비참여 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4개 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−3%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참여 층은 비참여 층보다 1인당 사용량이 더 많이 줄었습니다.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아낀 전기요금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아낀 전기요금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8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줄어든 사용량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44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kWh당 요금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11,500kWh × 160원 = 184만 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63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캠페인 16주 동안 지난해 같은 기간보다 11,500kWh를 덜 썼습니다.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주차별 실천율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멀티탭 끄고 나간 방 비율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1~4주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38%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5~8주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52%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9~16주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307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주가 지날수록 실천하는 방이 늘었습니다.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설문으로 본 불편 (응답 212명)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에어컨 26도가 덥다: 41%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외출 때 멀티탭 끄기가 번거롭다: 19%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멀티탭 불편에 비해 더위 불만이 2배 넘게 많았습니다.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다음 학기에는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방문마다 '멀티탭 껐나요?' 스티커 부착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에어컨 26도는 유지하고 취침 전 1시간 예약 끄기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1등 층 간식비 20만 원 · 한 학기 예산 150만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9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참여 층을 6개 층에서 10개 층 전체로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