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주말 등산로, 쓰레기를 줄일 수 있을까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되가져가기 봉투를 나눠 주면 버리는 양이 줄어듭니다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산악회 환경 모임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지금의 등산로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주말 하루 등산객은 평균 1,200명입니다.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쉼터 3곳에서 나오는 쓰레기가 전체의 70%입니다.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수거 비용 계산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월 수거 비용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수거 횟수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1회 인건비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운반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얼마나 자주 치우는가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 번에 드는 사람값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31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산 아래로 옮기는 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봉투 나눔 시범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주말 쓰레기 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쉼터 투기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시범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180kg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12건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시범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95kg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4건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6주 동안 입구 2곳에서 봉투를 나눠 주었습니다.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안내판 효과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안내판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투기 신고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없을 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9건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있을 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주 5건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안내판만으로는 효과가 작았습니다.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예산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봉투 제작비는 한 해 320만 원입니다.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수거 인력 1명을 늘리는 비용(한 해 2,400만 원)보다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시범은 가을에만 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비 오는 주말은 자료에서 뺐습니다.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봉투 나눔을 쉼터 정비와 함께 하면 수거 비용을 늘리지 않고 쓰레기를 줄일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