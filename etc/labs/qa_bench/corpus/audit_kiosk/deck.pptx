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어르신 키오스크 주문 교실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기계를 바꾸는 것보다 먼저 사람을 돕는 교육이 필요합니다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구청 생활복지 사업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- 1 -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왜 키오스크인가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65세 이상 10명 중 6명이 키오스크 주문을 포기한 적이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포기 이유 1위는 '뒤에 사람이 기다려서'(41%)입니다.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- 2 -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주문 한 번에 걸리는 시간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평균 주문 시간 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2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메뉴 찾기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4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옵션 고르기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8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결제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21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48초 + 35초 + 27초 = 110초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- 3 -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교실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주 2회 · 4주 · 회당 90분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강사 1명당 어르신 6명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실제 매장과 같은 연습용 키오스크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- 4 -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교육 결과 (참여 72명)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교육 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교육 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혼자 주문 성공률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78%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평균 주문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110초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64초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26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교육 후 혼자 주문에 성공한 비율이 2.5배로 늘었습니다.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- 5 -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큰 글씨 모드만으로는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큰 글씨 모드만 켠 매장은 교육을 한 매장보다 주문 성공률 상승 폭이 작았습니다.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" y="228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6000"/>
                <a:gridCol w="5496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성공률 상승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큰 글씨 모드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+12%p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주문 교실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+47%p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- 6 -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남은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결제 단계에서 멈추는 경우가 여전히 가장 많습니다.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현금을 받지 않는 키오스크가 43%입니다.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- 7 -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구마다 교실 1곳 · 연 4,800만 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교육과 화면 개선을 함께 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46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- 8 -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